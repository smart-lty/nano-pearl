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B85F3-738F-A4E5-D86D-B06A8C2A6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14A06B-A4C6-D5AF-E1B4-3F87A4E5F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4984D3-F1BF-523E-7FEC-4E626944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7DF6E-F341-2BE1-E704-6894D151F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8B091-B0B6-ACDD-FAE8-AA2056BF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578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52DFB-F2CA-3BAB-E652-39528BD4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35530-6721-C8AD-970E-E3C0BC5EB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D9EE1-01E3-845E-282C-1D20C8AB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01F9C-C232-9458-7EC4-22A5EB9E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33128-D78B-6AC4-0642-757973AC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129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9110F-38BB-7F05-A159-E0F86E23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C3806-7417-1394-8A2C-B8A20FA7F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BE770F-92C9-2877-BB42-C953AFAA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369225-FF90-E615-454C-8744C254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714501-111B-A3FE-B834-7671D6BD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41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C6B93-DD68-80F1-EA4F-6BBE8952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0E51A-795B-BDA3-D5A2-D62E788A8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A7C7E3-6B3C-9512-2562-3FE26A62C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B174D-48B2-29F6-F177-434DE8EF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2C7A97-155A-15D6-B238-A497EF70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2F2457-A28E-B656-0B60-3FCCCBDE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673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68E9A-94C4-E2D5-3F6A-1DD25EAC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78B404-795A-8025-98A6-61402BECD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240C17-99EC-773A-A6DD-4B533AC47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63E94B-0B1D-5793-B60F-042B6ABC2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7FEDEE-DEA4-2C36-4F1D-FFB02F389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C2C9EA-8DAF-0FEF-3706-EF265742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FFAC47-3DB4-AABF-F04F-E1684648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06CF9D-CECC-8110-1DBE-7477B3BB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210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F13A9-4B10-D420-5ACC-8CE7E0B8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414765-CA2B-C86B-8761-BD033DD6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CCC104-65A4-7719-7763-36AF44FE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8071EB-6918-7F70-5601-1F1ED3D5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846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3E1030-3AB9-7ABA-C40D-ABAC47BD3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08F785-17DE-A6E1-1546-CF247866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458996-5755-3AE0-07E1-ED723FE3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787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B5BC2-248E-34D5-9DAB-3F5263F3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004E18-6FE1-0B80-CCB5-14B6A7179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B7D356-47EE-4F79-EAFD-5ED6B75FE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040E10-EB6B-01CA-0204-D494CF35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A253D2-48FE-68E1-880A-3D56FF5F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B57930-9EFE-7738-3A9F-8B0112E2C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606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082D8-6675-B389-FA3F-2D1D4B6C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47D2C7-576A-82E5-1858-69AC7F05E6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91ED9F-F381-A72E-9440-AEA8D68CF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32ABFD-CE28-F5E7-6E74-28620381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1F4638-B112-DD84-6B64-9E761195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37A2C3-A04F-456D-4E53-9BCE4542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3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36BDE-6F2B-1005-583A-2621B516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C4FEDE-73A8-1E9D-6983-9246967C3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2ABC1-6F0F-238A-938E-6C8205B8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FD02AA-4B03-52D4-E335-85B20758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D84905-3122-7E6B-C0A3-CC86A019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874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9DEB37-1AFE-226F-B949-8DF06E72C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33052E-103A-833A-9E57-EB790386B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F7FED-2743-0E21-A006-426DC9AD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D2062D-99DD-B929-2BF9-5AA35A1B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432094-88FC-3EF3-C8ED-30D99BEB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088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98B669-4C3D-A3A8-6146-0A319B07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77555-F189-C526-999D-6322C0E37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7ED43-0678-8193-6444-E4C46CA2D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F7367-B0D5-7B4D-BCCB-EDAEE7C6B4BC}" type="datetimeFigureOut">
              <a:rPr kumimoji="1" lang="zh-CN" altLang="en-US" smtClean="0"/>
              <a:t>2026/3/5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1C89D6-666B-7D0A-DC57-C5147EB27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D7B62-A602-2091-BCA9-F309DEAAC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E2E75-269E-AB41-A79A-4E75361B84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164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>
            <a:extLst>
              <a:ext uri="{FF2B5EF4-FFF2-40B4-BE49-F238E27FC236}">
                <a16:creationId xmlns:a16="http://schemas.microsoft.com/office/drawing/2014/main" id="{33F1F589-413C-5733-6E6D-5DA7A30FF7E6}"/>
              </a:ext>
            </a:extLst>
          </p:cNvPr>
          <p:cNvSpPr/>
          <p:nvPr/>
        </p:nvSpPr>
        <p:spPr>
          <a:xfrm>
            <a:off x="383930" y="3491811"/>
            <a:ext cx="849746" cy="341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prefix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9EF35E3-D763-ADA3-1CEF-2854D577F510}"/>
              </a:ext>
            </a:extLst>
          </p:cNvPr>
          <p:cNvCxnSpPr>
            <a:cxnSpLocks/>
          </p:cNvCxnSpPr>
          <p:nvPr/>
        </p:nvCxnSpPr>
        <p:spPr>
          <a:xfrm flipV="1">
            <a:off x="147782" y="1191491"/>
            <a:ext cx="0" cy="4904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9BDD3EDF-C081-E498-514C-31C48A8FD8D9}"/>
              </a:ext>
            </a:extLst>
          </p:cNvPr>
          <p:cNvCxnSpPr>
            <a:cxnSpLocks/>
          </p:cNvCxnSpPr>
          <p:nvPr/>
        </p:nvCxnSpPr>
        <p:spPr>
          <a:xfrm>
            <a:off x="147782" y="6096000"/>
            <a:ext cx="11425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E9CA1C8-C769-F5BC-1419-0113D3C3C0EF}"/>
                  </a:ext>
                </a:extLst>
              </p:cNvPr>
              <p:cNvSpPr txBox="1"/>
              <p:nvPr/>
            </p:nvSpPr>
            <p:spPr>
              <a:xfrm>
                <a:off x="2062987" y="6145978"/>
                <a:ext cx="6350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𝑇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E9CA1C8-C769-F5BC-1419-0113D3C3C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987" y="6145978"/>
                <a:ext cx="635046" cy="276999"/>
              </a:xfrm>
              <a:prstGeom prst="rect">
                <a:avLst/>
              </a:prstGeom>
              <a:blipFill>
                <a:blip r:embed="rId2"/>
                <a:stretch>
                  <a:fillRect l="-7843" r="-7843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BFAFA76-010F-91F6-1185-7722FBDA08D2}"/>
                  </a:ext>
                </a:extLst>
              </p:cNvPr>
              <p:cNvSpPr txBox="1"/>
              <p:nvPr/>
            </p:nvSpPr>
            <p:spPr>
              <a:xfrm>
                <a:off x="4257183" y="6158709"/>
                <a:ext cx="7320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𝑇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=3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BFAFA76-010F-91F6-1185-7722FBDA0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83" y="6158709"/>
                <a:ext cx="732060" cy="276999"/>
              </a:xfrm>
              <a:prstGeom prst="rect">
                <a:avLst/>
              </a:prstGeom>
              <a:blipFill>
                <a:blip r:embed="rId3"/>
                <a:stretch>
                  <a:fillRect l="-6897" r="-5172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7AD57BA8-A1BA-2CC1-777C-B6D3F91F43EF}"/>
              </a:ext>
            </a:extLst>
          </p:cNvPr>
          <p:cNvGrpSpPr/>
          <p:nvPr/>
        </p:nvGrpSpPr>
        <p:grpSpPr>
          <a:xfrm>
            <a:off x="2295813" y="1191491"/>
            <a:ext cx="125494" cy="4904509"/>
            <a:chOff x="3210844" y="1147618"/>
            <a:chExt cx="125494" cy="4904509"/>
          </a:xfrm>
        </p:grpSpPr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E4D57FF8-1CD5-D4BD-5307-CCF4A98A3049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7" y="1147618"/>
              <a:ext cx="0" cy="4904509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6F251DEC-3C26-111E-7182-152E703BC2E5}"/>
                </a:ext>
              </a:extLst>
            </p:cNvPr>
            <p:cNvSpPr/>
            <p:nvPr/>
          </p:nvSpPr>
          <p:spPr>
            <a:xfrm>
              <a:off x="3218133" y="2051607"/>
              <a:ext cx="96876" cy="5952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58CDF90B-32EE-FF2F-8B4B-F20B94A316A2}"/>
                </a:ext>
              </a:extLst>
            </p:cNvPr>
            <p:cNvSpPr/>
            <p:nvPr/>
          </p:nvSpPr>
          <p:spPr>
            <a:xfrm>
              <a:off x="3210844" y="4541146"/>
              <a:ext cx="125494" cy="5952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90AB873-7431-CE24-E97F-0E0D95000552}"/>
              </a:ext>
            </a:extLst>
          </p:cNvPr>
          <p:cNvGrpSpPr/>
          <p:nvPr/>
        </p:nvGrpSpPr>
        <p:grpSpPr>
          <a:xfrm>
            <a:off x="329785" y="1211427"/>
            <a:ext cx="1071421" cy="1434373"/>
            <a:chOff x="249379" y="1077107"/>
            <a:chExt cx="1071421" cy="143437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3EC3A69-AADB-217F-7BAF-D97092C100D0}"/>
                </a:ext>
              </a:extLst>
            </p:cNvPr>
            <p:cNvSpPr/>
            <p:nvPr/>
          </p:nvSpPr>
          <p:spPr>
            <a:xfrm>
              <a:off x="394434" y="1237720"/>
              <a:ext cx="741798" cy="49243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Draft Model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1EDF37-DD4A-E8B4-35C6-E4F2465AA9F1}"/>
                </a:ext>
              </a:extLst>
            </p:cNvPr>
            <p:cNvSpPr/>
            <p:nvPr/>
          </p:nvSpPr>
          <p:spPr>
            <a:xfrm>
              <a:off x="393155" y="1865864"/>
              <a:ext cx="743082" cy="49243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Target Model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圆角矩形 119">
              <a:extLst>
                <a:ext uri="{FF2B5EF4-FFF2-40B4-BE49-F238E27FC236}">
                  <a16:creationId xmlns:a16="http://schemas.microsoft.com/office/drawing/2014/main" id="{1BABF9C1-E0E4-4891-0BF8-A211A8A73C45}"/>
                </a:ext>
              </a:extLst>
            </p:cNvPr>
            <p:cNvSpPr/>
            <p:nvPr/>
          </p:nvSpPr>
          <p:spPr>
            <a:xfrm>
              <a:off x="249379" y="1077107"/>
              <a:ext cx="1071421" cy="143437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123" name="曲线连接符 122">
            <a:extLst>
              <a:ext uri="{FF2B5EF4-FFF2-40B4-BE49-F238E27FC236}">
                <a16:creationId xmlns:a16="http://schemas.microsoft.com/office/drawing/2014/main" id="{77C37919-CA03-DD74-F179-A5B8BAF13310}"/>
              </a:ext>
            </a:extLst>
          </p:cNvPr>
          <p:cNvCxnSpPr>
            <a:stCxn id="9" idx="0"/>
            <a:endCxn id="108" idx="1"/>
          </p:cNvCxnSpPr>
          <p:nvPr/>
        </p:nvCxnSpPr>
        <p:spPr>
          <a:xfrm rot="5400000" flipH="1" flipV="1">
            <a:off x="1006593" y="2195303"/>
            <a:ext cx="1098719" cy="149429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694987CE-CD95-E00F-1BE1-359AA3B70D24}"/>
              </a:ext>
            </a:extLst>
          </p:cNvPr>
          <p:cNvSpPr txBox="1"/>
          <p:nvPr/>
        </p:nvSpPr>
        <p:spPr>
          <a:xfrm>
            <a:off x="2062988" y="295046"/>
            <a:ext cx="671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PEARL</a:t>
            </a:r>
            <a:endParaRPr kumimoji="1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B443A356-0F22-B046-C570-EE6E86066C1F}"/>
              </a:ext>
            </a:extLst>
          </p:cNvPr>
          <p:cNvCxnSpPr>
            <a:cxnSpLocks/>
            <a:stCxn id="108" idx="3"/>
            <a:endCxn id="66" idx="2"/>
          </p:cNvCxnSpPr>
          <p:nvPr/>
        </p:nvCxnSpPr>
        <p:spPr>
          <a:xfrm flipV="1">
            <a:off x="2399978" y="2381345"/>
            <a:ext cx="125962" cy="11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EB1D4BE-BE18-22A0-4D15-F6EE62FE32D0}"/>
              </a:ext>
            </a:extLst>
          </p:cNvPr>
          <p:cNvGrpSpPr/>
          <p:nvPr/>
        </p:nvGrpSpPr>
        <p:grpSpPr>
          <a:xfrm>
            <a:off x="2525940" y="1790034"/>
            <a:ext cx="456677" cy="821088"/>
            <a:chOff x="3828945" y="1805620"/>
            <a:chExt cx="456677" cy="821088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0E52DA0-D6DE-21A5-8C4C-0552451B56F5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8A8E3C3A-F3AC-1D43-EF85-BC4DE6C1D1B8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C54E2566-16F2-4813-8FFD-816009D9C954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C54E2566-16F2-4813-8FFD-816009D9C9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333" r="-416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BC1DF5A-2A59-188C-2060-CAF8A4E657EF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685ABB7-47FF-115E-66DC-C02A8E1BDEC0}"/>
              </a:ext>
            </a:extLst>
          </p:cNvPr>
          <p:cNvGrpSpPr/>
          <p:nvPr/>
        </p:nvGrpSpPr>
        <p:grpSpPr>
          <a:xfrm>
            <a:off x="3210952" y="1790034"/>
            <a:ext cx="456677" cy="821088"/>
            <a:chOff x="3828945" y="1805620"/>
            <a:chExt cx="456677" cy="821088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8817776E-87CD-8E5F-F2E0-B2D537268FE0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A3D114BF-DFF5-5A89-8057-CD2F12A28576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41C3AB93-758E-968B-FAB7-4236F9D163EA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41C3AB93-758E-968B-FAB7-4236F9D163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043" r="-4348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F217A9E7-32BE-AC99-B89C-F48F3256E9D5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80FB6986-858A-B909-C2C3-DFF3B2DAFD4E}"/>
              </a:ext>
            </a:extLst>
          </p:cNvPr>
          <p:cNvGrpSpPr/>
          <p:nvPr/>
        </p:nvGrpSpPr>
        <p:grpSpPr>
          <a:xfrm>
            <a:off x="3872453" y="1790034"/>
            <a:ext cx="456677" cy="821088"/>
            <a:chOff x="3828945" y="1805620"/>
            <a:chExt cx="456677" cy="821088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53D87A17-8933-3F40-BA86-087BD6816793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87872318-5A5A-1079-B2DF-6AD19A4F1B33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8E0F7D69-966A-5215-5393-038504B0A8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5" name="文本框 94">
                    <a:extLst>
                      <a:ext uri="{FF2B5EF4-FFF2-40B4-BE49-F238E27FC236}">
                        <a16:creationId xmlns:a16="http://schemas.microsoft.com/office/drawing/2014/main" id="{8E0F7D69-966A-5215-5393-038504B0A8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333" r="-416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250E3124-B4A1-7EF3-E783-5A79EE651C85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96" name="直线箭头连接符 95">
            <a:extLst>
              <a:ext uri="{FF2B5EF4-FFF2-40B4-BE49-F238E27FC236}">
                <a16:creationId xmlns:a16="http://schemas.microsoft.com/office/drawing/2014/main" id="{CDF26916-011A-4D26-663B-A39CF6865E5A}"/>
              </a:ext>
            </a:extLst>
          </p:cNvPr>
          <p:cNvCxnSpPr>
            <a:cxnSpLocks/>
            <a:stCxn id="66" idx="6"/>
            <a:endCxn id="89" idx="2"/>
          </p:cNvCxnSpPr>
          <p:nvPr/>
        </p:nvCxnSpPr>
        <p:spPr>
          <a:xfrm>
            <a:off x="2982617" y="2381345"/>
            <a:ext cx="2283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BD5DCE77-28E1-4CE1-A92D-1385EA8979AB}"/>
              </a:ext>
            </a:extLst>
          </p:cNvPr>
          <p:cNvCxnSpPr>
            <a:cxnSpLocks/>
            <a:stCxn id="89" idx="6"/>
            <a:endCxn id="94" idx="2"/>
          </p:cNvCxnSpPr>
          <p:nvPr/>
        </p:nvCxnSpPr>
        <p:spPr>
          <a:xfrm>
            <a:off x="3667629" y="2381345"/>
            <a:ext cx="204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6CA939B1-5F62-C301-716A-3386DC30EF95}"/>
              </a:ext>
            </a:extLst>
          </p:cNvPr>
          <p:cNvGrpSpPr/>
          <p:nvPr/>
        </p:nvGrpSpPr>
        <p:grpSpPr>
          <a:xfrm>
            <a:off x="4519048" y="1191491"/>
            <a:ext cx="125494" cy="4904509"/>
            <a:chOff x="3210844" y="1147618"/>
            <a:chExt cx="125494" cy="4904509"/>
          </a:xfrm>
        </p:grpSpPr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A480B9AB-4530-AD30-995B-4BEE67821E70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7" y="1147618"/>
              <a:ext cx="0" cy="4904509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64EAD045-6FB9-0CA1-4C83-59933FEB0D4B}"/>
                </a:ext>
              </a:extLst>
            </p:cNvPr>
            <p:cNvSpPr/>
            <p:nvPr/>
          </p:nvSpPr>
          <p:spPr>
            <a:xfrm>
              <a:off x="3218133" y="2051607"/>
              <a:ext cx="96876" cy="5952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88F12E8-AE5F-D361-3CD2-14BB1BFBF88B}"/>
                </a:ext>
              </a:extLst>
            </p:cNvPr>
            <p:cNvSpPr/>
            <p:nvPr/>
          </p:nvSpPr>
          <p:spPr>
            <a:xfrm>
              <a:off x="3210844" y="4541146"/>
              <a:ext cx="125494" cy="5952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705603C9-665F-6F7F-6DB8-A07B3B8D6CF5}"/>
              </a:ext>
            </a:extLst>
          </p:cNvPr>
          <p:cNvGrpSpPr/>
          <p:nvPr/>
        </p:nvGrpSpPr>
        <p:grpSpPr>
          <a:xfrm>
            <a:off x="4788835" y="1806861"/>
            <a:ext cx="456677" cy="821088"/>
            <a:chOff x="3828945" y="1805620"/>
            <a:chExt cx="456677" cy="821088"/>
          </a:xfrm>
        </p:grpSpPr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EAD12F23-5856-C0B0-1275-E3E9C5790ADE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F3E29988-55F5-662C-8560-50AB0CA69E77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231F3A5C-3074-B9C6-B9B3-C17459900B7B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231F3A5C-3074-B9C6-B9B3-C17459900B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333" r="-4167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8BF8CECA-0A41-05DC-EBC0-D5D7835DB93F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A6735EF5-4F9F-8D00-397F-7C2420450EC5}"/>
              </a:ext>
            </a:extLst>
          </p:cNvPr>
          <p:cNvGrpSpPr/>
          <p:nvPr/>
        </p:nvGrpSpPr>
        <p:grpSpPr>
          <a:xfrm>
            <a:off x="5473847" y="1806861"/>
            <a:ext cx="456677" cy="821088"/>
            <a:chOff x="3828945" y="1805620"/>
            <a:chExt cx="456677" cy="821088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B954FC8-4ED3-446C-95AA-35D27A37EEF1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D22F2669-8BCB-1B89-8088-EEA023A15A5C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文本框 141">
                    <a:extLst>
                      <a:ext uri="{FF2B5EF4-FFF2-40B4-BE49-F238E27FC236}">
                        <a16:creationId xmlns:a16="http://schemas.microsoft.com/office/drawing/2014/main" id="{9684BD1F-AF10-6240-00DE-CB8893A6A48F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2" name="文本框 141">
                    <a:extLst>
                      <a:ext uri="{FF2B5EF4-FFF2-40B4-BE49-F238E27FC236}">
                        <a16:creationId xmlns:a16="http://schemas.microsoft.com/office/drawing/2014/main" id="{9684BD1F-AF10-6240-00DE-CB8893A6A4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3043" r="-4348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6F76EB25-5609-4475-CD51-2B7115EC16A2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5D40CC5F-2DE8-E413-1C19-20C52FC13796}"/>
              </a:ext>
            </a:extLst>
          </p:cNvPr>
          <p:cNvGrpSpPr/>
          <p:nvPr/>
        </p:nvGrpSpPr>
        <p:grpSpPr>
          <a:xfrm>
            <a:off x="6135348" y="1816486"/>
            <a:ext cx="456677" cy="821088"/>
            <a:chOff x="3828945" y="1805620"/>
            <a:chExt cx="456677" cy="821088"/>
          </a:xfrm>
        </p:grpSpPr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3DE9B95D-0FD5-7D6A-22FA-ECDD0ED72A8A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ED254C06-0F86-AE54-FB43-8F71ADF3B6FB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本框 146">
                    <a:extLst>
                      <a:ext uri="{FF2B5EF4-FFF2-40B4-BE49-F238E27FC236}">
                        <a16:creationId xmlns:a16="http://schemas.microsoft.com/office/drawing/2014/main" id="{2BBFD859-1D08-BC75-940C-832B72036F4A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7" name="文本框 146">
                    <a:extLst>
                      <a:ext uri="{FF2B5EF4-FFF2-40B4-BE49-F238E27FC236}">
                        <a16:creationId xmlns:a16="http://schemas.microsoft.com/office/drawing/2014/main" id="{2BBFD859-1D08-BC75-940C-832B72036F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3043" r="-4348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00A49350-8E55-8230-E421-CA2AF3280D4C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174579E3-0314-830A-0D23-1EE9C266B306}"/>
              </a:ext>
            </a:extLst>
          </p:cNvPr>
          <p:cNvCxnSpPr>
            <a:cxnSpLocks/>
            <a:stCxn id="133" idx="6"/>
            <a:endCxn id="141" idx="2"/>
          </p:cNvCxnSpPr>
          <p:nvPr/>
        </p:nvCxnSpPr>
        <p:spPr>
          <a:xfrm>
            <a:off x="5245512" y="2398172"/>
            <a:ext cx="2283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EB968241-C6E9-C1F5-6446-FD5FBD156A40}"/>
              </a:ext>
            </a:extLst>
          </p:cNvPr>
          <p:cNvCxnSpPr>
            <a:cxnSpLocks/>
            <a:stCxn id="141" idx="6"/>
          </p:cNvCxnSpPr>
          <p:nvPr/>
        </p:nvCxnSpPr>
        <p:spPr>
          <a:xfrm>
            <a:off x="5930524" y="2398172"/>
            <a:ext cx="204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76080EC1-28F9-5143-9235-2317F7279306}"/>
              </a:ext>
            </a:extLst>
          </p:cNvPr>
          <p:cNvGrpSpPr/>
          <p:nvPr/>
        </p:nvGrpSpPr>
        <p:grpSpPr>
          <a:xfrm>
            <a:off x="6774733" y="1211427"/>
            <a:ext cx="125494" cy="4904509"/>
            <a:chOff x="3210844" y="1147618"/>
            <a:chExt cx="125494" cy="4904509"/>
          </a:xfrm>
        </p:grpSpPr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0C066CBE-A7EB-DADE-91C3-4EECD914F652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7" y="1147618"/>
              <a:ext cx="0" cy="4904509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3974FBE9-703B-BE0F-4ABC-977E6BD87182}"/>
                </a:ext>
              </a:extLst>
            </p:cNvPr>
            <p:cNvSpPr/>
            <p:nvPr/>
          </p:nvSpPr>
          <p:spPr>
            <a:xfrm>
              <a:off x="3218133" y="2051607"/>
              <a:ext cx="96876" cy="5952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40032ECF-656F-2FDD-1824-AF6C3D1689E1}"/>
                </a:ext>
              </a:extLst>
            </p:cNvPr>
            <p:cNvSpPr/>
            <p:nvPr/>
          </p:nvSpPr>
          <p:spPr>
            <a:xfrm>
              <a:off x="3210844" y="4541146"/>
              <a:ext cx="125494" cy="5952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3555D1F4-77D8-0839-7C91-55752B822E0C}"/>
                  </a:ext>
                </a:extLst>
              </p:cNvPr>
              <p:cNvSpPr txBox="1"/>
              <p:nvPr/>
            </p:nvSpPr>
            <p:spPr>
              <a:xfrm>
                <a:off x="6521524" y="6178618"/>
                <a:ext cx="7320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𝑇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=6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3555D1F4-77D8-0839-7C91-55752B822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4" y="6178618"/>
                <a:ext cx="732060" cy="276999"/>
              </a:xfrm>
              <a:prstGeom prst="rect">
                <a:avLst/>
              </a:prstGeom>
              <a:blipFill>
                <a:blip r:embed="rId10"/>
                <a:stretch>
                  <a:fillRect l="-6780" r="-5085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B0F9735A-31EB-17F8-307D-AE35085089BD}"/>
                  </a:ext>
                </a:extLst>
              </p:cNvPr>
              <p:cNvSpPr txBox="1"/>
              <p:nvPr/>
            </p:nvSpPr>
            <p:spPr>
              <a:xfrm>
                <a:off x="11001293" y="6139363"/>
                <a:ext cx="860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𝑇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=12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B0F9735A-31EB-17F8-307D-AE3508508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293" y="6139363"/>
                <a:ext cx="860300" cy="276999"/>
              </a:xfrm>
              <a:prstGeom prst="rect">
                <a:avLst/>
              </a:prstGeom>
              <a:blipFill>
                <a:blip r:embed="rId11"/>
                <a:stretch>
                  <a:fillRect l="-5797" r="-2899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组合 73">
            <a:extLst>
              <a:ext uri="{FF2B5EF4-FFF2-40B4-BE49-F238E27FC236}">
                <a16:creationId xmlns:a16="http://schemas.microsoft.com/office/drawing/2014/main" id="{20BACFA2-A5B0-830D-584E-E35EC7946CDC}"/>
              </a:ext>
            </a:extLst>
          </p:cNvPr>
          <p:cNvGrpSpPr/>
          <p:nvPr/>
        </p:nvGrpSpPr>
        <p:grpSpPr>
          <a:xfrm>
            <a:off x="7027295" y="1817976"/>
            <a:ext cx="456677" cy="821088"/>
            <a:chOff x="3828945" y="1805620"/>
            <a:chExt cx="456677" cy="821088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1A66B470-7AD3-8417-9985-E7F0226C3A14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32110BCB-A409-AA46-5BC8-545C74A6AA11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3A982779-E442-06EA-C6C7-293C9D41305F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3A982779-E442-06EA-C6C7-293C9D4130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8333" r="-4167" b="-1363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438C1E5-E9E6-24B2-64B5-3E8F2FCDDCCC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8022938-7613-667B-6CB3-101783FC53FD}"/>
              </a:ext>
            </a:extLst>
          </p:cNvPr>
          <p:cNvGrpSpPr/>
          <p:nvPr/>
        </p:nvGrpSpPr>
        <p:grpSpPr>
          <a:xfrm>
            <a:off x="7712307" y="1817976"/>
            <a:ext cx="456677" cy="821088"/>
            <a:chOff x="3828945" y="1805620"/>
            <a:chExt cx="456677" cy="821088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ED7D1E8D-44AA-AACD-A9CB-91ECE2B8FC67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184EE45C-6CDF-1C28-CE29-AF04C1F2F5FE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3DCFDDD-EBD5-A22F-7DAA-35DD77455C28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03DCFDDD-EBD5-A22F-7DAA-35DD77455C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043" r="-4348" b="-1363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385A45E0-DA28-2450-A1A9-3AA798A27782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58EB154-38C1-2F2D-AC22-00365F7BB786}"/>
              </a:ext>
            </a:extLst>
          </p:cNvPr>
          <p:cNvGrpSpPr/>
          <p:nvPr/>
        </p:nvGrpSpPr>
        <p:grpSpPr>
          <a:xfrm>
            <a:off x="8373808" y="1817976"/>
            <a:ext cx="456677" cy="821088"/>
            <a:chOff x="3828945" y="1805620"/>
            <a:chExt cx="456677" cy="821088"/>
          </a:xfrm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F762FA52-F4E5-4605-ABBA-245745605F24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909BD326-C38C-C3C9-769C-7F3B77EE64F3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0D77B7A7-F2BE-9063-0C00-3B8A47DF3BF4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9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0D77B7A7-F2BE-9063-0C00-3B8A47DF3B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8696" r="-4348" b="-1363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B5D5CFFA-4FC6-1C57-8ACC-706F836479BC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06F7AFB-D691-AF92-4713-894CE0F10C1B}"/>
              </a:ext>
            </a:extLst>
          </p:cNvPr>
          <p:cNvCxnSpPr>
            <a:cxnSpLocks/>
            <a:stCxn id="77" idx="6"/>
            <a:endCxn id="82" idx="2"/>
          </p:cNvCxnSpPr>
          <p:nvPr/>
        </p:nvCxnSpPr>
        <p:spPr>
          <a:xfrm>
            <a:off x="7483972" y="2409287"/>
            <a:ext cx="2283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DCCED30-9DC7-5857-B507-A081C6C41AF3}"/>
              </a:ext>
            </a:extLst>
          </p:cNvPr>
          <p:cNvCxnSpPr>
            <a:cxnSpLocks/>
            <a:stCxn id="82" idx="6"/>
            <a:endCxn id="88" idx="2"/>
          </p:cNvCxnSpPr>
          <p:nvPr/>
        </p:nvCxnSpPr>
        <p:spPr>
          <a:xfrm>
            <a:off x="8168984" y="2409287"/>
            <a:ext cx="204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1FC4A527-794E-B09F-BE97-8FBB02DC7CAE}"/>
              </a:ext>
            </a:extLst>
          </p:cNvPr>
          <p:cNvGrpSpPr/>
          <p:nvPr/>
        </p:nvGrpSpPr>
        <p:grpSpPr>
          <a:xfrm>
            <a:off x="8960514" y="1202656"/>
            <a:ext cx="125494" cy="4904509"/>
            <a:chOff x="3210844" y="1147618"/>
            <a:chExt cx="125494" cy="4904509"/>
          </a:xfrm>
        </p:grpSpPr>
        <p:cxnSp>
          <p:nvCxnSpPr>
            <p:cNvPr id="113" name="直线连接符 112">
              <a:extLst>
                <a:ext uri="{FF2B5EF4-FFF2-40B4-BE49-F238E27FC236}">
                  <a16:creationId xmlns:a16="http://schemas.microsoft.com/office/drawing/2014/main" id="{29AB106E-EA30-DCFA-89E2-D4C052EE3FA8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7" y="1147618"/>
              <a:ext cx="0" cy="4904509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4FAEF552-CBE9-9C33-B135-B13C96C534D3}"/>
                </a:ext>
              </a:extLst>
            </p:cNvPr>
            <p:cNvSpPr/>
            <p:nvPr/>
          </p:nvSpPr>
          <p:spPr>
            <a:xfrm>
              <a:off x="3218133" y="2051607"/>
              <a:ext cx="96876" cy="5952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098D4958-0B0E-9C6B-0F9E-5BD40D340E4A}"/>
                </a:ext>
              </a:extLst>
            </p:cNvPr>
            <p:cNvSpPr/>
            <p:nvPr/>
          </p:nvSpPr>
          <p:spPr>
            <a:xfrm>
              <a:off x="3210844" y="4541146"/>
              <a:ext cx="125494" cy="5952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41F166CD-556F-9415-9DC2-6B4486C0EB75}"/>
              </a:ext>
            </a:extLst>
          </p:cNvPr>
          <p:cNvGrpSpPr/>
          <p:nvPr/>
        </p:nvGrpSpPr>
        <p:grpSpPr>
          <a:xfrm>
            <a:off x="6983034" y="4279463"/>
            <a:ext cx="456677" cy="821088"/>
            <a:chOff x="3828945" y="1805620"/>
            <a:chExt cx="456677" cy="821088"/>
          </a:xfrm>
        </p:grpSpPr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F1058653-6A56-79C8-2297-81D440109372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960728C1-8728-E57E-68D6-9C70E951A99E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7CEE9AA1-37B3-CB9D-7998-C0CA5EB0A7C9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7CEE9AA1-37B3-CB9D-7998-C0CA5EB0A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8333" r="-416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3F5BBFAB-5032-C0FA-7D19-701C93A5A1A3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✅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1D451E98-A5B7-0BFF-DFAD-C700432FE840}"/>
              </a:ext>
            </a:extLst>
          </p:cNvPr>
          <p:cNvGrpSpPr/>
          <p:nvPr/>
        </p:nvGrpSpPr>
        <p:grpSpPr>
          <a:xfrm>
            <a:off x="7668046" y="4279463"/>
            <a:ext cx="456677" cy="821088"/>
            <a:chOff x="3828945" y="1805620"/>
            <a:chExt cx="456677" cy="821088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0F0F278C-5ED5-6B4B-333D-FB68CF8BB808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E2B8391E-A54B-E22B-3896-C914EB98E97C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文本框 134">
                    <a:extLst>
                      <a:ext uri="{FF2B5EF4-FFF2-40B4-BE49-F238E27FC236}">
                        <a16:creationId xmlns:a16="http://schemas.microsoft.com/office/drawing/2014/main" id="{22283662-A563-26C5-1A1A-802D940B5890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5" name="文本框 134">
                    <a:extLst>
                      <a:ext uri="{FF2B5EF4-FFF2-40B4-BE49-F238E27FC236}">
                        <a16:creationId xmlns:a16="http://schemas.microsoft.com/office/drawing/2014/main" id="{22283662-A563-26C5-1A1A-802D940B58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8333" r="-416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40CE330E-D5B8-1FEB-01D4-CD1B0853B803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✅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106F0063-85C3-59DF-DC55-ACFB3F7C7689}"/>
              </a:ext>
            </a:extLst>
          </p:cNvPr>
          <p:cNvGrpSpPr/>
          <p:nvPr/>
        </p:nvGrpSpPr>
        <p:grpSpPr>
          <a:xfrm>
            <a:off x="8329547" y="4279463"/>
            <a:ext cx="456677" cy="821088"/>
            <a:chOff x="3828945" y="1805620"/>
            <a:chExt cx="456677" cy="8210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8FF368A4-29F3-FA1B-3634-B6F5D61E08A1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C65683AA-C555-3AF2-DB7A-4D774D1963C2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文本框 154">
                    <a:extLst>
                      <a:ext uri="{FF2B5EF4-FFF2-40B4-BE49-F238E27FC236}">
                        <a16:creationId xmlns:a16="http://schemas.microsoft.com/office/drawing/2014/main" id="{BA478FB9-AA10-14C9-160F-198BF70DC787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5" name="文本框 154">
                    <a:extLst>
                      <a:ext uri="{FF2B5EF4-FFF2-40B4-BE49-F238E27FC236}">
                        <a16:creationId xmlns:a16="http://schemas.microsoft.com/office/drawing/2014/main" id="{BA478FB9-AA10-14C9-160F-198BF70DC7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8333" r="-416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05D7FF07-EE69-25A4-014C-EF9177077246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✅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163" name="直线箭头连接符 162">
            <a:extLst>
              <a:ext uri="{FF2B5EF4-FFF2-40B4-BE49-F238E27FC236}">
                <a16:creationId xmlns:a16="http://schemas.microsoft.com/office/drawing/2014/main" id="{DCFA5561-8D24-ABF2-9812-A1E27C994B55}"/>
              </a:ext>
            </a:extLst>
          </p:cNvPr>
          <p:cNvCxnSpPr>
            <a:cxnSpLocks/>
            <a:stCxn id="119" idx="6"/>
            <a:endCxn id="134" idx="2"/>
          </p:cNvCxnSpPr>
          <p:nvPr/>
        </p:nvCxnSpPr>
        <p:spPr>
          <a:xfrm>
            <a:off x="7439711" y="4870774"/>
            <a:ext cx="2283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7F051A99-04E5-9405-51DE-B50A24EB564D}"/>
              </a:ext>
            </a:extLst>
          </p:cNvPr>
          <p:cNvCxnSpPr>
            <a:cxnSpLocks/>
            <a:stCxn id="134" idx="6"/>
            <a:endCxn id="154" idx="2"/>
          </p:cNvCxnSpPr>
          <p:nvPr/>
        </p:nvCxnSpPr>
        <p:spPr>
          <a:xfrm>
            <a:off x="8124723" y="4870774"/>
            <a:ext cx="204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8462B634-B02C-683A-4809-863D004C2822}"/>
              </a:ext>
            </a:extLst>
          </p:cNvPr>
          <p:cNvGrpSpPr/>
          <p:nvPr/>
        </p:nvGrpSpPr>
        <p:grpSpPr>
          <a:xfrm>
            <a:off x="9286575" y="1815553"/>
            <a:ext cx="456677" cy="821088"/>
            <a:chOff x="3828945" y="1805620"/>
            <a:chExt cx="456677" cy="821088"/>
          </a:xfrm>
        </p:grpSpPr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BE8A15E4-8BC6-DA3A-6D94-5C04BEAA91D0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201" name="椭圆 200">
                <a:extLst>
                  <a:ext uri="{FF2B5EF4-FFF2-40B4-BE49-F238E27FC236}">
                    <a16:creationId xmlns:a16="http://schemas.microsoft.com/office/drawing/2014/main" id="{EE1E5C28-CEE7-7E67-D82F-8745024F9E5A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2" name="文本框 201">
                    <a:extLst>
                      <a:ext uri="{FF2B5EF4-FFF2-40B4-BE49-F238E27FC236}">
                        <a16:creationId xmlns:a16="http://schemas.microsoft.com/office/drawing/2014/main" id="{554FF024-2D73-7259-B94B-779A7EBCF15E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2" name="文本框 201">
                    <a:extLst>
                      <a:ext uri="{FF2B5EF4-FFF2-40B4-BE49-F238E27FC236}">
                        <a16:creationId xmlns:a16="http://schemas.microsoft.com/office/drawing/2014/main" id="{554FF024-2D73-7259-B94B-779A7EBCF1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1739" r="-2608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86C2456F-5384-C9FB-A053-BDA954A858A2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BB58C4DF-E0CF-FEC6-8796-8825BE907E1F}"/>
              </a:ext>
            </a:extLst>
          </p:cNvPr>
          <p:cNvGrpSpPr/>
          <p:nvPr/>
        </p:nvGrpSpPr>
        <p:grpSpPr>
          <a:xfrm>
            <a:off x="9971587" y="1815553"/>
            <a:ext cx="456677" cy="821088"/>
            <a:chOff x="3828945" y="1805620"/>
            <a:chExt cx="456677" cy="821088"/>
          </a:xfrm>
        </p:grpSpPr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24A88FB2-EEBE-6678-DCB0-7BC3CEA4A814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207" name="椭圆 206">
                <a:extLst>
                  <a:ext uri="{FF2B5EF4-FFF2-40B4-BE49-F238E27FC236}">
                    <a16:creationId xmlns:a16="http://schemas.microsoft.com/office/drawing/2014/main" id="{C6FC45DD-000E-CD1C-0E4D-E684DDBB3059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文本框 207">
                    <a:extLst>
                      <a:ext uri="{FF2B5EF4-FFF2-40B4-BE49-F238E27FC236}">
                        <a16:creationId xmlns:a16="http://schemas.microsoft.com/office/drawing/2014/main" id="{8030BC93-F69E-D816-5A67-8AF8A1DF78C8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8" name="文本框 207">
                    <a:extLst>
                      <a:ext uri="{FF2B5EF4-FFF2-40B4-BE49-F238E27FC236}">
                        <a16:creationId xmlns:a16="http://schemas.microsoft.com/office/drawing/2014/main" id="{8030BC93-F69E-D816-5A67-8AF8A1DF78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1739" r="-2608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FDEB6B48-1D2A-D6E7-B5C3-87D94A237189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F6330D72-DAFB-E125-2D7D-A3145702C642}"/>
              </a:ext>
            </a:extLst>
          </p:cNvPr>
          <p:cNvGrpSpPr/>
          <p:nvPr/>
        </p:nvGrpSpPr>
        <p:grpSpPr>
          <a:xfrm>
            <a:off x="10633088" y="1815553"/>
            <a:ext cx="456677" cy="821088"/>
            <a:chOff x="3828945" y="1805620"/>
            <a:chExt cx="456677" cy="821088"/>
          </a:xfrm>
        </p:grpSpPr>
        <p:grpSp>
          <p:nvGrpSpPr>
            <p:cNvPr id="215" name="组合 214">
              <a:extLst>
                <a:ext uri="{FF2B5EF4-FFF2-40B4-BE49-F238E27FC236}">
                  <a16:creationId xmlns:a16="http://schemas.microsoft.com/office/drawing/2014/main" id="{8E6A961E-7C4F-D8B7-EC30-25717602949F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6B14146D-4BBE-0A5F-FC45-34347F084637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文本框 219">
                    <a:extLst>
                      <a:ext uri="{FF2B5EF4-FFF2-40B4-BE49-F238E27FC236}">
                        <a16:creationId xmlns:a16="http://schemas.microsoft.com/office/drawing/2014/main" id="{CA8D2483-9C7F-E56C-0D5C-51987D807DD9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20" name="文本框 219">
                    <a:extLst>
                      <a:ext uri="{FF2B5EF4-FFF2-40B4-BE49-F238E27FC236}">
                        <a16:creationId xmlns:a16="http://schemas.microsoft.com/office/drawing/2014/main" id="{CA8D2483-9C7F-E56C-0D5C-51987D807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21739" r="-30435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8091FC02-1A93-A832-D6B4-7599D159AF15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?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221" name="直线箭头连接符 220">
            <a:extLst>
              <a:ext uri="{FF2B5EF4-FFF2-40B4-BE49-F238E27FC236}">
                <a16:creationId xmlns:a16="http://schemas.microsoft.com/office/drawing/2014/main" id="{C9F6AB2E-BAB6-8357-E63A-43C1EF6B54CB}"/>
              </a:ext>
            </a:extLst>
          </p:cNvPr>
          <p:cNvCxnSpPr>
            <a:cxnSpLocks/>
            <a:stCxn id="201" idx="6"/>
            <a:endCxn id="207" idx="2"/>
          </p:cNvCxnSpPr>
          <p:nvPr/>
        </p:nvCxnSpPr>
        <p:spPr>
          <a:xfrm>
            <a:off x="9743252" y="2406864"/>
            <a:ext cx="2283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直线箭头连接符 221">
            <a:extLst>
              <a:ext uri="{FF2B5EF4-FFF2-40B4-BE49-F238E27FC236}">
                <a16:creationId xmlns:a16="http://schemas.microsoft.com/office/drawing/2014/main" id="{DCA65EB0-E173-C4DC-6CEC-FB959BB45DB6}"/>
              </a:ext>
            </a:extLst>
          </p:cNvPr>
          <p:cNvCxnSpPr>
            <a:cxnSpLocks/>
            <a:stCxn id="207" idx="6"/>
            <a:endCxn id="219" idx="2"/>
          </p:cNvCxnSpPr>
          <p:nvPr/>
        </p:nvCxnSpPr>
        <p:spPr>
          <a:xfrm>
            <a:off x="10428264" y="2406864"/>
            <a:ext cx="204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991FEB78-41BC-275C-91ED-AAEE7402268E}"/>
              </a:ext>
            </a:extLst>
          </p:cNvPr>
          <p:cNvGrpSpPr/>
          <p:nvPr/>
        </p:nvGrpSpPr>
        <p:grpSpPr>
          <a:xfrm>
            <a:off x="11347583" y="1180792"/>
            <a:ext cx="125494" cy="4904509"/>
            <a:chOff x="3210844" y="1147618"/>
            <a:chExt cx="125494" cy="4904509"/>
          </a:xfrm>
        </p:grpSpPr>
        <p:cxnSp>
          <p:nvCxnSpPr>
            <p:cNvPr id="224" name="直线连接符 223">
              <a:extLst>
                <a:ext uri="{FF2B5EF4-FFF2-40B4-BE49-F238E27FC236}">
                  <a16:creationId xmlns:a16="http://schemas.microsoft.com/office/drawing/2014/main" id="{95FB02A3-CAE8-502D-642A-17833B18DF34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7" y="1147618"/>
              <a:ext cx="0" cy="4904509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9382FBCD-585F-40EC-7B40-CFCD0DB7B6E4}"/>
                </a:ext>
              </a:extLst>
            </p:cNvPr>
            <p:cNvSpPr/>
            <p:nvPr/>
          </p:nvSpPr>
          <p:spPr>
            <a:xfrm>
              <a:off x="3218133" y="2051607"/>
              <a:ext cx="96876" cy="5952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FB5B39B9-F207-D69C-643F-79AC4B264525}"/>
                </a:ext>
              </a:extLst>
            </p:cNvPr>
            <p:cNvSpPr/>
            <p:nvPr/>
          </p:nvSpPr>
          <p:spPr>
            <a:xfrm>
              <a:off x="3210844" y="4541146"/>
              <a:ext cx="125494" cy="5952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BD31F50C-3C4C-90FD-C07A-47116AB7A674}"/>
                  </a:ext>
                </a:extLst>
              </p:cNvPr>
              <p:cNvSpPr txBox="1"/>
              <p:nvPr/>
            </p:nvSpPr>
            <p:spPr>
              <a:xfrm>
                <a:off x="8679208" y="6157103"/>
                <a:ext cx="7320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𝑇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=9</m:t>
                      </m:r>
                      <m:r>
                        <a:rPr kumimoji="1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BD31F50C-3C4C-90FD-C07A-47116AB7A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208" y="6157103"/>
                <a:ext cx="732060" cy="276999"/>
              </a:xfrm>
              <a:prstGeom prst="rect">
                <a:avLst/>
              </a:prstGeom>
              <a:blipFill>
                <a:blip r:embed="rId21"/>
                <a:stretch>
                  <a:fillRect l="-6780" r="-339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圆角矩形 230">
            <a:extLst>
              <a:ext uri="{FF2B5EF4-FFF2-40B4-BE49-F238E27FC236}">
                <a16:creationId xmlns:a16="http://schemas.microsoft.com/office/drawing/2014/main" id="{1B1423B5-FBB6-D91B-7ECF-7F44D2537768}"/>
              </a:ext>
            </a:extLst>
          </p:cNvPr>
          <p:cNvSpPr/>
          <p:nvPr/>
        </p:nvSpPr>
        <p:spPr>
          <a:xfrm>
            <a:off x="9204111" y="590328"/>
            <a:ext cx="849746" cy="341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prefix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圆角矩形 231">
                <a:extLst>
                  <a:ext uri="{FF2B5EF4-FFF2-40B4-BE49-F238E27FC236}">
                    <a16:creationId xmlns:a16="http://schemas.microsoft.com/office/drawing/2014/main" id="{6F3DAD62-A145-D94A-8E1C-735A1EE8CF2F}"/>
                  </a:ext>
                </a:extLst>
              </p:cNvPr>
              <p:cNvSpPr/>
              <p:nvPr/>
            </p:nvSpPr>
            <p:spPr>
              <a:xfrm>
                <a:off x="10053855" y="600578"/>
                <a:ext cx="1807735" cy="341743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7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8</m:t>
                              </m:r>
                            </m:sub>
                          </m:sSub>
                          <m:r>
                            <a:rPr kumimoji="1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32" name="圆角矩形 231">
                <a:extLst>
                  <a:ext uri="{FF2B5EF4-FFF2-40B4-BE49-F238E27FC236}">
                    <a16:creationId xmlns:a16="http://schemas.microsoft.com/office/drawing/2014/main" id="{6F3DAD62-A145-D94A-8E1C-735A1EE8CF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855" y="600578"/>
                <a:ext cx="1807735" cy="341743"/>
              </a:xfrm>
              <a:prstGeom prst="roundRect">
                <a:avLst/>
              </a:prstGeom>
              <a:blipFill>
                <a:blip r:embed="rId22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E3A8959E-F757-2BFC-2091-2B160626C60E}"/>
              </a:ext>
            </a:extLst>
          </p:cNvPr>
          <p:cNvCxnSpPr>
            <a:cxnSpLocks/>
            <a:stCxn id="109" idx="3"/>
            <a:endCxn id="45" idx="2"/>
          </p:cNvCxnSpPr>
          <p:nvPr/>
        </p:nvCxnSpPr>
        <p:spPr>
          <a:xfrm flipV="1">
            <a:off x="2421307" y="4880151"/>
            <a:ext cx="137976" cy="2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F13A35A-A365-C3A1-EF78-1A48C5E8D93E}"/>
              </a:ext>
            </a:extLst>
          </p:cNvPr>
          <p:cNvGrpSpPr/>
          <p:nvPr/>
        </p:nvGrpSpPr>
        <p:grpSpPr>
          <a:xfrm>
            <a:off x="2559283" y="4288840"/>
            <a:ext cx="456677" cy="821088"/>
            <a:chOff x="3828945" y="1805620"/>
            <a:chExt cx="456677" cy="82108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B8AD6C1-5695-4924-B3B8-6CC1286D0647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325D97C4-F044-11A5-1BD6-3FECE9D109F8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33C7CE8D-EA8A-5C2B-0383-0AF2627DB787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33C7CE8D-EA8A-5C2B-0383-0AF2627DB7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6667" r="-4167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D14B134-1773-1E6E-840B-F3CF5C033D6E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✅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0" name="上箭头 49">
            <a:extLst>
              <a:ext uri="{FF2B5EF4-FFF2-40B4-BE49-F238E27FC236}">
                <a16:creationId xmlns:a16="http://schemas.microsoft.com/office/drawing/2014/main" id="{E8BE1462-C224-089A-1FE8-435FC6F5EB31}"/>
              </a:ext>
            </a:extLst>
          </p:cNvPr>
          <p:cNvSpPr/>
          <p:nvPr/>
        </p:nvSpPr>
        <p:spPr>
          <a:xfrm>
            <a:off x="2727143" y="2826047"/>
            <a:ext cx="80413" cy="1293091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E94B0F3-6F87-BF3F-1CD8-A7FE6AC1CF1B}"/>
              </a:ext>
            </a:extLst>
          </p:cNvPr>
          <p:cNvSpPr txBox="1"/>
          <p:nvPr/>
        </p:nvSpPr>
        <p:spPr>
          <a:xfrm>
            <a:off x="2680045" y="3339523"/>
            <a:ext cx="16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Pre-Verify:</a:t>
            </a:r>
            <a:r>
              <a:rPr kumimoji="1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❌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048C07DF-3C43-A904-BF7A-ED4D293F5360}"/>
              </a:ext>
            </a:extLst>
          </p:cNvPr>
          <p:cNvCxnSpPr>
            <a:cxnSpLocks/>
            <a:stCxn id="45" idx="6"/>
            <a:endCxn id="122" idx="1"/>
          </p:cNvCxnSpPr>
          <p:nvPr/>
        </p:nvCxnSpPr>
        <p:spPr>
          <a:xfrm flipV="1">
            <a:off x="3015960" y="2393092"/>
            <a:ext cx="1510377" cy="2487059"/>
          </a:xfrm>
          <a:prstGeom prst="curvedConnector3">
            <a:avLst>
              <a:gd name="adj1" fmla="val 57054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29BD8C97-FB1A-F240-D291-F0D9925DCD04}"/>
              </a:ext>
            </a:extLst>
          </p:cNvPr>
          <p:cNvCxnSpPr>
            <a:cxnSpLocks/>
            <a:stCxn id="45" idx="6"/>
            <a:endCxn id="124" idx="1"/>
          </p:cNvCxnSpPr>
          <p:nvPr/>
        </p:nvCxnSpPr>
        <p:spPr>
          <a:xfrm>
            <a:off x="3015960" y="4880151"/>
            <a:ext cx="1503088" cy="248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0321F2C6-AE4D-4C2A-E00A-FFAC5E11CD11}"/>
              </a:ext>
            </a:extLst>
          </p:cNvPr>
          <p:cNvCxnSpPr>
            <a:cxnSpLocks/>
            <a:stCxn id="9" idx="2"/>
            <a:endCxn id="109" idx="1"/>
          </p:cNvCxnSpPr>
          <p:nvPr/>
        </p:nvCxnSpPr>
        <p:spPr>
          <a:xfrm rot="16200000" flipH="1">
            <a:off x="1027771" y="3614589"/>
            <a:ext cx="1049074" cy="148701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F16E3842-64B0-A43E-757E-0FC8C954DA8F}"/>
              </a:ext>
            </a:extLst>
          </p:cNvPr>
          <p:cNvCxnSpPr>
            <a:cxnSpLocks/>
            <a:stCxn id="124" idx="3"/>
            <a:endCxn id="150" idx="2"/>
          </p:cNvCxnSpPr>
          <p:nvPr/>
        </p:nvCxnSpPr>
        <p:spPr>
          <a:xfrm flipV="1">
            <a:off x="4644542" y="4880151"/>
            <a:ext cx="142384" cy="2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D0D08492-B3C8-71C4-9A2F-D41918CC6898}"/>
              </a:ext>
            </a:extLst>
          </p:cNvPr>
          <p:cNvGrpSpPr/>
          <p:nvPr/>
        </p:nvGrpSpPr>
        <p:grpSpPr>
          <a:xfrm>
            <a:off x="4786926" y="4288840"/>
            <a:ext cx="456677" cy="821088"/>
            <a:chOff x="3828945" y="1805620"/>
            <a:chExt cx="456677" cy="821088"/>
          </a:xfrm>
        </p:grpSpPr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DC8D6CE4-E43E-6F2E-3F99-5E14655F87BC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17947CF0-1352-5D51-283E-C373AB93F42F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369CEBEF-5012-67B4-D537-442A0BAC4BDC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369CEBEF-5012-67B4-D537-442A0BAC4B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6667" r="-4167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879B2C64-23B7-FE5A-A981-9EFD373E4900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✅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165" name="直线连接符 164">
            <a:extLst>
              <a:ext uri="{FF2B5EF4-FFF2-40B4-BE49-F238E27FC236}">
                <a16:creationId xmlns:a16="http://schemas.microsoft.com/office/drawing/2014/main" id="{C614F7BC-88C1-8B7E-B6E4-CD1B466AE738}"/>
              </a:ext>
            </a:extLst>
          </p:cNvPr>
          <p:cNvCxnSpPr>
            <a:cxnSpLocks/>
          </p:cNvCxnSpPr>
          <p:nvPr/>
        </p:nvCxnSpPr>
        <p:spPr>
          <a:xfrm>
            <a:off x="2517814" y="2043224"/>
            <a:ext cx="458928" cy="674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729A5106-1C9A-0B7A-75E1-7013332A8256}"/>
              </a:ext>
            </a:extLst>
          </p:cNvPr>
          <p:cNvCxnSpPr>
            <a:cxnSpLocks/>
          </p:cNvCxnSpPr>
          <p:nvPr/>
        </p:nvCxnSpPr>
        <p:spPr>
          <a:xfrm>
            <a:off x="3178364" y="2046002"/>
            <a:ext cx="458928" cy="674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527DB618-1541-7A4B-1C6A-107527DEC1F1}"/>
              </a:ext>
            </a:extLst>
          </p:cNvPr>
          <p:cNvCxnSpPr>
            <a:cxnSpLocks/>
          </p:cNvCxnSpPr>
          <p:nvPr/>
        </p:nvCxnSpPr>
        <p:spPr>
          <a:xfrm>
            <a:off x="3880620" y="2067158"/>
            <a:ext cx="458928" cy="674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上箭头 172">
            <a:extLst>
              <a:ext uri="{FF2B5EF4-FFF2-40B4-BE49-F238E27FC236}">
                <a16:creationId xmlns:a16="http://schemas.microsoft.com/office/drawing/2014/main" id="{0FD51C15-DFA2-7B13-A89B-CE890EC0038A}"/>
              </a:ext>
            </a:extLst>
          </p:cNvPr>
          <p:cNvSpPr/>
          <p:nvPr/>
        </p:nvSpPr>
        <p:spPr>
          <a:xfrm>
            <a:off x="4947788" y="2826047"/>
            <a:ext cx="80413" cy="1293091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C26163AA-23CF-F9A6-ED07-4FF6FBA937BD}"/>
              </a:ext>
            </a:extLst>
          </p:cNvPr>
          <p:cNvSpPr txBox="1"/>
          <p:nvPr/>
        </p:nvSpPr>
        <p:spPr>
          <a:xfrm>
            <a:off x="4866363" y="3339523"/>
            <a:ext cx="164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Pre-Verify:</a:t>
            </a:r>
            <a:r>
              <a:rPr kumimoji="1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✅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75" name="曲线连接符 174">
            <a:extLst>
              <a:ext uri="{FF2B5EF4-FFF2-40B4-BE49-F238E27FC236}">
                <a16:creationId xmlns:a16="http://schemas.microsoft.com/office/drawing/2014/main" id="{CEDCDBB2-72E0-080B-695E-FEC0AE8E33FF}"/>
              </a:ext>
            </a:extLst>
          </p:cNvPr>
          <p:cNvCxnSpPr>
            <a:cxnSpLocks/>
            <a:stCxn id="146" idx="4"/>
            <a:endCxn id="161" idx="1"/>
          </p:cNvCxnSpPr>
          <p:nvPr/>
        </p:nvCxnSpPr>
        <p:spPr>
          <a:xfrm rot="16200000" flipH="1">
            <a:off x="5436714" y="3564547"/>
            <a:ext cx="2264993" cy="411046"/>
          </a:xfrm>
          <a:prstGeom prst="curved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24FC4867-8232-0C09-8471-CD295E55D271}"/>
              </a:ext>
            </a:extLst>
          </p:cNvPr>
          <p:cNvCxnSpPr>
            <a:cxnSpLocks/>
            <a:stCxn id="146" idx="6"/>
            <a:endCxn id="160" idx="1"/>
          </p:cNvCxnSpPr>
          <p:nvPr/>
        </p:nvCxnSpPr>
        <p:spPr>
          <a:xfrm>
            <a:off x="6592025" y="2407797"/>
            <a:ext cx="189997" cy="52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F8CECB3A-AA65-BE71-3261-1850754550E6}"/>
              </a:ext>
            </a:extLst>
          </p:cNvPr>
          <p:cNvCxnSpPr>
            <a:cxnSpLocks/>
            <a:stCxn id="160" idx="3"/>
            <a:endCxn id="77" idx="2"/>
          </p:cNvCxnSpPr>
          <p:nvPr/>
        </p:nvCxnSpPr>
        <p:spPr>
          <a:xfrm flipV="1">
            <a:off x="6878898" y="2409287"/>
            <a:ext cx="148397" cy="3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线箭头连接符 186">
            <a:extLst>
              <a:ext uri="{FF2B5EF4-FFF2-40B4-BE49-F238E27FC236}">
                <a16:creationId xmlns:a16="http://schemas.microsoft.com/office/drawing/2014/main" id="{4730781F-16F4-3024-EB97-72951C6BC4F3}"/>
              </a:ext>
            </a:extLst>
          </p:cNvPr>
          <p:cNvCxnSpPr>
            <a:cxnSpLocks/>
            <a:stCxn id="88" idx="6"/>
            <a:endCxn id="114" idx="1"/>
          </p:cNvCxnSpPr>
          <p:nvPr/>
        </p:nvCxnSpPr>
        <p:spPr>
          <a:xfrm flipV="1">
            <a:off x="8830485" y="2404257"/>
            <a:ext cx="137318" cy="50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直线箭头连接符 190">
            <a:extLst>
              <a:ext uri="{FF2B5EF4-FFF2-40B4-BE49-F238E27FC236}">
                <a16:creationId xmlns:a16="http://schemas.microsoft.com/office/drawing/2014/main" id="{EEA4546B-4F14-68A7-66E1-241B5C41A1F2}"/>
              </a:ext>
            </a:extLst>
          </p:cNvPr>
          <p:cNvCxnSpPr>
            <a:cxnSpLocks/>
            <a:stCxn id="114" idx="3"/>
            <a:endCxn id="201" idx="2"/>
          </p:cNvCxnSpPr>
          <p:nvPr/>
        </p:nvCxnSpPr>
        <p:spPr>
          <a:xfrm>
            <a:off x="9064679" y="2404257"/>
            <a:ext cx="221896" cy="26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3C36D7D8-A8F8-D4D4-93EC-71A3820E6DB1}"/>
              </a:ext>
            </a:extLst>
          </p:cNvPr>
          <p:cNvGrpSpPr/>
          <p:nvPr/>
        </p:nvGrpSpPr>
        <p:grpSpPr>
          <a:xfrm>
            <a:off x="9336622" y="3960547"/>
            <a:ext cx="456677" cy="821088"/>
            <a:chOff x="3828945" y="1805620"/>
            <a:chExt cx="456677" cy="821088"/>
          </a:xfrm>
        </p:grpSpPr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5C29E7D7-02F9-25D8-BD40-DC69F3DED91A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A7115AAF-8397-4246-3ABD-6519D77840C9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文本框 241">
                    <a:extLst>
                      <a:ext uri="{FF2B5EF4-FFF2-40B4-BE49-F238E27FC236}">
                        <a16:creationId xmlns:a16="http://schemas.microsoft.com/office/drawing/2014/main" id="{0A2D90FD-A8A0-44A3-D5AF-2AA19F7E29D2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2" name="文本框 241">
                    <a:extLst>
                      <a:ext uri="{FF2B5EF4-FFF2-40B4-BE49-F238E27FC236}">
                        <a16:creationId xmlns:a16="http://schemas.microsoft.com/office/drawing/2014/main" id="{0A2D90FD-A8A0-44A3-D5AF-2AA19F7E29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3043" r="-4348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B7E71949-30F7-8755-4B5E-CB0A446105D3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✅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90ECDB9E-A6E7-2A38-B19D-7C856E5FA4BA}"/>
              </a:ext>
            </a:extLst>
          </p:cNvPr>
          <p:cNvGrpSpPr/>
          <p:nvPr/>
        </p:nvGrpSpPr>
        <p:grpSpPr>
          <a:xfrm>
            <a:off x="10021634" y="3960547"/>
            <a:ext cx="456677" cy="821088"/>
            <a:chOff x="3828945" y="1805620"/>
            <a:chExt cx="456677" cy="821088"/>
          </a:xfrm>
        </p:grpSpPr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1576AB18-F544-6E88-360C-060465341C17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4DA4026F-097E-E27A-04D9-092116724207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7" name="文本框 246">
                    <a:extLst>
                      <a:ext uri="{FF2B5EF4-FFF2-40B4-BE49-F238E27FC236}">
                        <a16:creationId xmlns:a16="http://schemas.microsoft.com/office/drawing/2014/main" id="{904FC427-AB45-8FF0-2B2E-C5196895E71B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9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7" name="文本框 246">
                    <a:extLst>
                      <a:ext uri="{FF2B5EF4-FFF2-40B4-BE49-F238E27FC236}">
                        <a16:creationId xmlns:a16="http://schemas.microsoft.com/office/drawing/2014/main" id="{904FC427-AB45-8FF0-2B2E-C5196895E7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3043" r="-4348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2CB74FA6-23A1-B32E-1B2F-8CDEB234D2A8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❌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DAAD9E7E-769C-B192-105B-AC5207766E2F}"/>
              </a:ext>
            </a:extLst>
          </p:cNvPr>
          <p:cNvGrpSpPr/>
          <p:nvPr/>
        </p:nvGrpSpPr>
        <p:grpSpPr>
          <a:xfrm>
            <a:off x="10683135" y="3960547"/>
            <a:ext cx="456677" cy="821088"/>
            <a:chOff x="3828945" y="1805620"/>
            <a:chExt cx="456677" cy="821088"/>
          </a:xfrm>
        </p:grpSpPr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45B30E92-400B-3AFB-23D6-67DC63C11220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251" name="椭圆 250">
                <a:extLst>
                  <a:ext uri="{FF2B5EF4-FFF2-40B4-BE49-F238E27FC236}">
                    <a16:creationId xmlns:a16="http://schemas.microsoft.com/office/drawing/2014/main" id="{50A4AE60-DCC8-AC3C-9956-56D235EDCCB5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" name="文本框 251">
                    <a:extLst>
                      <a:ext uri="{FF2B5EF4-FFF2-40B4-BE49-F238E27FC236}">
                        <a16:creationId xmlns:a16="http://schemas.microsoft.com/office/drawing/2014/main" id="{0737B902-08F3-E106-1511-6C65F5BE31DC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52" name="文本框 251">
                    <a:extLst>
                      <a:ext uri="{FF2B5EF4-FFF2-40B4-BE49-F238E27FC236}">
                        <a16:creationId xmlns:a16="http://schemas.microsoft.com/office/drawing/2014/main" id="{0737B902-08F3-E106-1511-6C65F5BE31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1739" r="-26087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28C0E7F0-F110-31BD-6E7A-107B30143E26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❌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253" name="直线箭头连接符 252">
            <a:extLst>
              <a:ext uri="{FF2B5EF4-FFF2-40B4-BE49-F238E27FC236}">
                <a16:creationId xmlns:a16="http://schemas.microsoft.com/office/drawing/2014/main" id="{9E160AA2-0E58-DC9D-DA78-EA3729BCE86C}"/>
              </a:ext>
            </a:extLst>
          </p:cNvPr>
          <p:cNvCxnSpPr>
            <a:cxnSpLocks/>
            <a:stCxn id="241" idx="6"/>
            <a:endCxn id="246" idx="2"/>
          </p:cNvCxnSpPr>
          <p:nvPr/>
        </p:nvCxnSpPr>
        <p:spPr>
          <a:xfrm>
            <a:off x="9793299" y="4551858"/>
            <a:ext cx="2283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5597F62-93F1-C21A-D48C-AB7E4275844A}"/>
              </a:ext>
            </a:extLst>
          </p:cNvPr>
          <p:cNvCxnSpPr>
            <a:cxnSpLocks/>
            <a:stCxn id="246" idx="6"/>
            <a:endCxn id="251" idx="2"/>
          </p:cNvCxnSpPr>
          <p:nvPr/>
        </p:nvCxnSpPr>
        <p:spPr>
          <a:xfrm>
            <a:off x="10478311" y="4551858"/>
            <a:ext cx="20482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6C43839E-24DE-0EB8-0323-C563825B8E06}"/>
              </a:ext>
            </a:extLst>
          </p:cNvPr>
          <p:cNvCxnSpPr>
            <a:cxnSpLocks/>
          </p:cNvCxnSpPr>
          <p:nvPr/>
        </p:nvCxnSpPr>
        <p:spPr>
          <a:xfrm flipH="1">
            <a:off x="10533835" y="4495809"/>
            <a:ext cx="30223" cy="101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86CCFF9F-EFA7-FAC9-24FE-8AF58DDCD72B}"/>
              </a:ext>
            </a:extLst>
          </p:cNvPr>
          <p:cNvGrpSpPr/>
          <p:nvPr/>
        </p:nvGrpSpPr>
        <p:grpSpPr>
          <a:xfrm>
            <a:off x="9981172" y="4880577"/>
            <a:ext cx="456677" cy="821088"/>
            <a:chOff x="3828945" y="1805620"/>
            <a:chExt cx="456677" cy="821088"/>
          </a:xfrm>
        </p:grpSpPr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8828C18B-C7A5-6CA2-8410-6B4369466CED}"/>
                </a:ext>
              </a:extLst>
            </p:cNvPr>
            <p:cNvGrpSpPr/>
            <p:nvPr/>
          </p:nvGrpSpPr>
          <p:grpSpPr>
            <a:xfrm>
              <a:off x="3828945" y="2167153"/>
              <a:ext cx="456677" cy="459555"/>
              <a:chOff x="3969710" y="2198446"/>
              <a:chExt cx="597443" cy="614122"/>
            </a:xfrm>
          </p:grpSpPr>
          <p:sp>
            <p:nvSpPr>
              <p:cNvPr id="259" name="椭圆 258">
                <a:extLst>
                  <a:ext uri="{FF2B5EF4-FFF2-40B4-BE49-F238E27FC236}">
                    <a16:creationId xmlns:a16="http://schemas.microsoft.com/office/drawing/2014/main" id="{B52FD997-C079-115B-1BC2-A4DC4D14BCEA}"/>
                  </a:ext>
                </a:extLst>
              </p:cNvPr>
              <p:cNvSpPr/>
              <p:nvPr/>
            </p:nvSpPr>
            <p:spPr>
              <a:xfrm>
                <a:off x="3969710" y="2198446"/>
                <a:ext cx="597443" cy="614122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0" name="文本框 259">
                    <a:extLst>
                      <a:ext uri="{FF2B5EF4-FFF2-40B4-BE49-F238E27FC236}">
                        <a16:creationId xmlns:a16="http://schemas.microsoft.com/office/drawing/2014/main" id="{F36F19E5-F3FB-6D09-6BB7-CA978A9EFBDC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等线" panose="0211000402020202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0" name="文本框 259">
                    <a:extLst>
                      <a:ext uri="{FF2B5EF4-FFF2-40B4-BE49-F238E27FC236}">
                        <a16:creationId xmlns:a16="http://schemas.microsoft.com/office/drawing/2014/main" id="{F36F19E5-F3FB-6D09-6BB7-CA978A9EFB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0443" y="2288419"/>
                    <a:ext cx="374072" cy="370165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6667" r="-4167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764F131B-B896-CECF-15C2-30EB2913500F}"/>
                </a:ext>
              </a:extLst>
            </p:cNvPr>
            <p:cNvSpPr/>
            <p:nvPr/>
          </p:nvSpPr>
          <p:spPr>
            <a:xfrm>
              <a:off x="3914315" y="1805620"/>
              <a:ext cx="285935" cy="245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110004020202020204"/>
                  <a:ea typeface="等线" panose="02010600030101010101" pitchFamily="2" charset="-122"/>
                  <a:cs typeface="+mn-cs"/>
                </a:rPr>
                <a:t>✅</a:t>
              </a: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261" name="曲线连接符 260">
            <a:extLst>
              <a:ext uri="{FF2B5EF4-FFF2-40B4-BE49-F238E27FC236}">
                <a16:creationId xmlns:a16="http://schemas.microsoft.com/office/drawing/2014/main" id="{C8627098-C2CF-2EE3-60CB-6B09C5973092}"/>
              </a:ext>
            </a:extLst>
          </p:cNvPr>
          <p:cNvCxnSpPr>
            <a:cxnSpLocks/>
            <a:endCxn id="259" idx="2"/>
          </p:cNvCxnSpPr>
          <p:nvPr/>
        </p:nvCxnSpPr>
        <p:spPr>
          <a:xfrm rot="16200000" flipH="1">
            <a:off x="9424083" y="4914798"/>
            <a:ext cx="681017" cy="433162"/>
          </a:xfrm>
          <a:prstGeom prst="curved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直线连接符 261">
            <a:extLst>
              <a:ext uri="{FF2B5EF4-FFF2-40B4-BE49-F238E27FC236}">
                <a16:creationId xmlns:a16="http://schemas.microsoft.com/office/drawing/2014/main" id="{92C3CA95-7188-C714-1472-57DDAB637D84}"/>
              </a:ext>
            </a:extLst>
          </p:cNvPr>
          <p:cNvCxnSpPr>
            <a:cxnSpLocks/>
          </p:cNvCxnSpPr>
          <p:nvPr/>
        </p:nvCxnSpPr>
        <p:spPr>
          <a:xfrm flipH="1">
            <a:off x="9882673" y="4491197"/>
            <a:ext cx="30223" cy="101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直线连接符 262">
            <a:extLst>
              <a:ext uri="{FF2B5EF4-FFF2-40B4-BE49-F238E27FC236}">
                <a16:creationId xmlns:a16="http://schemas.microsoft.com/office/drawing/2014/main" id="{2980CBB8-BA11-2FDA-20D2-83B77DFB399B}"/>
              </a:ext>
            </a:extLst>
          </p:cNvPr>
          <p:cNvCxnSpPr>
            <a:cxnSpLocks/>
          </p:cNvCxnSpPr>
          <p:nvPr/>
        </p:nvCxnSpPr>
        <p:spPr>
          <a:xfrm>
            <a:off x="9289549" y="2070001"/>
            <a:ext cx="458928" cy="674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直线连接符 263">
            <a:extLst>
              <a:ext uri="{FF2B5EF4-FFF2-40B4-BE49-F238E27FC236}">
                <a16:creationId xmlns:a16="http://schemas.microsoft.com/office/drawing/2014/main" id="{DDDAE424-A597-5A20-B525-FD2C723BB64E}"/>
              </a:ext>
            </a:extLst>
          </p:cNvPr>
          <p:cNvCxnSpPr>
            <a:cxnSpLocks/>
          </p:cNvCxnSpPr>
          <p:nvPr/>
        </p:nvCxnSpPr>
        <p:spPr>
          <a:xfrm>
            <a:off x="9950099" y="2072779"/>
            <a:ext cx="458928" cy="674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264">
            <a:extLst>
              <a:ext uri="{FF2B5EF4-FFF2-40B4-BE49-F238E27FC236}">
                <a16:creationId xmlns:a16="http://schemas.microsoft.com/office/drawing/2014/main" id="{2E294701-80D6-4F2C-1D36-3B57E82051C5}"/>
              </a:ext>
            </a:extLst>
          </p:cNvPr>
          <p:cNvCxnSpPr>
            <a:cxnSpLocks/>
          </p:cNvCxnSpPr>
          <p:nvPr/>
        </p:nvCxnSpPr>
        <p:spPr>
          <a:xfrm>
            <a:off x="10652355" y="2093935"/>
            <a:ext cx="458928" cy="674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曲线连接符 265">
            <a:extLst>
              <a:ext uri="{FF2B5EF4-FFF2-40B4-BE49-F238E27FC236}">
                <a16:creationId xmlns:a16="http://schemas.microsoft.com/office/drawing/2014/main" id="{EED876EF-06EE-CC3B-C2DF-B65DA6521804}"/>
              </a:ext>
            </a:extLst>
          </p:cNvPr>
          <p:cNvCxnSpPr>
            <a:cxnSpLocks/>
            <a:stCxn id="259" idx="6"/>
            <a:endCxn id="225" idx="1"/>
          </p:cNvCxnSpPr>
          <p:nvPr/>
        </p:nvCxnSpPr>
        <p:spPr>
          <a:xfrm flipV="1">
            <a:off x="10437849" y="2382393"/>
            <a:ext cx="917023" cy="3089495"/>
          </a:xfrm>
          <a:prstGeom prst="curvedConnector3">
            <a:avLst>
              <a:gd name="adj1" fmla="val 257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曲线连接符 272">
            <a:extLst>
              <a:ext uri="{FF2B5EF4-FFF2-40B4-BE49-F238E27FC236}">
                <a16:creationId xmlns:a16="http://schemas.microsoft.com/office/drawing/2014/main" id="{2EE086E0-2D26-AC57-BDA6-675B23F82A63}"/>
              </a:ext>
            </a:extLst>
          </p:cNvPr>
          <p:cNvCxnSpPr>
            <a:cxnSpLocks/>
            <a:stCxn id="88" idx="4"/>
            <a:endCxn id="115" idx="1"/>
          </p:cNvCxnSpPr>
          <p:nvPr/>
        </p:nvCxnSpPr>
        <p:spPr>
          <a:xfrm rot="16200000" flipH="1">
            <a:off x="7653964" y="3587246"/>
            <a:ext cx="2254732" cy="358367"/>
          </a:xfrm>
          <a:prstGeom prst="curvedConnector2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直线箭头连接符 277">
            <a:extLst>
              <a:ext uri="{FF2B5EF4-FFF2-40B4-BE49-F238E27FC236}">
                <a16:creationId xmlns:a16="http://schemas.microsoft.com/office/drawing/2014/main" id="{F18857A7-0334-3987-788D-6D4F0DEE3108}"/>
              </a:ext>
            </a:extLst>
          </p:cNvPr>
          <p:cNvCxnSpPr>
            <a:cxnSpLocks/>
            <a:stCxn id="122" idx="3"/>
            <a:endCxn id="133" idx="2"/>
          </p:cNvCxnSpPr>
          <p:nvPr/>
        </p:nvCxnSpPr>
        <p:spPr>
          <a:xfrm>
            <a:off x="4623213" y="2393092"/>
            <a:ext cx="165622" cy="5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208FE17-12A9-5F15-18B4-7D7B4D7D8DFE}"/>
              </a:ext>
            </a:extLst>
          </p:cNvPr>
          <p:cNvSpPr txBox="1"/>
          <p:nvPr/>
        </p:nvSpPr>
        <p:spPr>
          <a:xfrm>
            <a:off x="6937974" y="3334619"/>
            <a:ext cx="164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Post-Verify:</a:t>
            </a:r>
            <a:r>
              <a:rPr kumimoji="1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✅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A5F419-C5CB-9174-0B24-33F4BBAC4070}"/>
              </a:ext>
            </a:extLst>
          </p:cNvPr>
          <p:cNvSpPr txBox="1"/>
          <p:nvPr/>
        </p:nvSpPr>
        <p:spPr>
          <a:xfrm>
            <a:off x="9100698" y="3336103"/>
            <a:ext cx="164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Post-Verify:</a:t>
            </a:r>
            <a:r>
              <a:rPr kumimoji="1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❌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49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8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3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3" grpId="0"/>
      <p:bldP spid="63" grpId="0"/>
      <p:bldP spid="137" grpId="0"/>
      <p:bldP spid="189" grpId="0"/>
      <p:bldP spid="194" grpId="0"/>
      <p:bldP spid="230" grpId="0"/>
      <p:bldP spid="231" grpId="0" animBg="1"/>
      <p:bldP spid="232" grpId="0" animBg="1"/>
      <p:bldP spid="50" grpId="0" animBg="1"/>
      <p:bldP spid="51" grpId="0"/>
      <p:bldP spid="173" grpId="0" animBg="1"/>
      <p:bldP spid="174" grpId="0"/>
      <p:bldP spid="3" grpId="0"/>
      <p:bldP spid="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Macintosh PowerPoint</Application>
  <PresentationFormat>宽屏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刘天宇</dc:creator>
  <cp:lastModifiedBy>刘天宇</cp:lastModifiedBy>
  <cp:revision>1</cp:revision>
  <dcterms:created xsi:type="dcterms:W3CDTF">2026-03-05T07:33:20Z</dcterms:created>
  <dcterms:modified xsi:type="dcterms:W3CDTF">2026-03-05T07:33:46Z</dcterms:modified>
</cp:coreProperties>
</file>